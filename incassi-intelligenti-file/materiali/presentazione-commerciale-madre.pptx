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Copertina alternativa disponibile nella slide successiva (nascosta). Apertura: "Le chiedo un minuto per farle vedere come lavoriamo sugli incassi prima che diventino un problema." Incassi Intelligenti è un servizio IREC: un agente AI in chat che presidia le fatture, con il metodo e le persone di IREC dietro.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Domanda di aggancio: "In che settore lavorano i suoi clienti?" Costruzioni, ristorazione, distribuzione e servizi alle persone sono i settori con più ritardi gravi: sono i clienti che più beneficiano di un presidio quotidiano. Solo il 53,6% dei pagamenti arriva entro 90 giorni dalla scadenza.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Domanda da fare al cliente: "Oggi chi segue i solleciti da voi, e quanto tempo ci mette?" Usare la risposta per agganciare uno dei quattro numeri. Messaggio chiave: il problema non è l'insoluto, è la zona grigia prima.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cambio di paradigma: non un software di solleciti, ma un collaboratore che sa come far pagare i clienti, perché contiene il metodo che i credit manager IREC applicano da 35 anni. In demo: aprire la chat e fare la domanda "Come stanno i miei incassi?".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Risposta all'obiezione "l'AI non può fare tutto da sola": è vero, ed è per questo che non lo fa. L'agente gestisce il flusso ordinario; contestazioni, trattative e casi delicati passano a un credit manager IREC, che li gestisce insieme al cliente. Ogni richiesta ha una data di presa in carico, con promemoria ogni 24 ore. La chat a tre (cliente, agente, credit manager) è aperta su tutti i piani.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Ricordare a voce l'avviso sul provider unico: collegando il cassetto fiscale si scollega un eventuale gestionale o commercialista collegato prima. È il reclamo numero uno se non lo si dice. I documenti dell'Agenzia delle Entrate arrivano in 2-4 giorni: è un tempo tecnico.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tappe vengono da oltre 50.000 azioni di recupero IREC. Se il cliente risponde (promessa, proroga, contestazione) il flusso si ferma e avvisa. A T+45 la posizione passa al Recupero Crediti con lo storico completo e il flusso si blocca per tutte le fatture di quel cliente. Il T+45 è il valore standard, non un obbligo: con il credit manager il flusso si può allungare (tempi, canali, tono) e il passaggio al recupero avviene all'ultimo step del flusso configurato.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cima alla chat c'è sempre il riquadro "I tuoi numeri": da incassare, non ancora scaduto, in sollecito, bloccato. Gli importi passati al recupero sono esclusi dal totale, con un asterisco. Altre domande da mostrare: "Chi mi deve di più?", "Chi paga in ritardo?", "Come sono andati gli incassi di agosto?".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Risposta all'obiezione "non voglio che un'AI faccia di testa sua": i solleciti seguono il flusso deciso all'avvio con il credit manager; ogni altra azione è proposta dall'agente e parte solo dopo la conferma del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Regola decisa il 21 settembre: la configurazione passa sempre dal credit manager su tutti i piani; le azioni sulla singola posizione restano al mandante. La chat a tre (cliente, agente e credit manager) è aperta a tutti, anche senza credit manager dedicato. I problemi tecnici vanno al customer service tramite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Frasi per tipo di concorrente. Agente AI di sollecito: "E quando il cliente non paga, chi ci pensa?". Servicer di recupero crediti: "Chi segue le fatture prima che scadano?". Gestionale con solleciti: "Lo usi già: noi facciamo quello che lui non fa, cioè rispondere ai clienti e passare al recupero". Startup AI per grandi volumi: "Parti in 15 minuti, senza progetto IT".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Messaggio: non è una startup che sperimenta sui crediti dei clienti. Dietro Incassi Intelligenti c'è una società che fa recupero crediti dal 1987, con studio legale interno, dentro un gruppo quotato in Borsa.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rifare il conto con i numeri del cliente. Fatturato presidiato = fatture al mese × 12 × importo medio. Cassa liberata = fatturato × (giorni di incasso × 23%) / 365, una tantum. Interessi risparmiati = cassa liberata × tasso del suo fido. Persona = quota di tempo oggi dedicata ai solleciti × costo aziendale. Costo = canone × 12 + 1% dell'incassato. Attenzione: la commissione cresce con l'importo delle fatture, il risparmio di personale con il loro numero; con importi medi molto alti il valore sta soprattutto nella cassa liberata. Non sono conteggiate le perdite su crediti evitate.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Qualifica con le tre domande del form: quante fatture al mese, chi segue oggi i solleciti, se vuole gestirlo da solo o delegarlo. "Da solo" porta al Value, "con supporto" o "voglio delegarlo" al Premium; l'Entry non si consiglia. Oltre le fatture incluse il servizio non si blocca: ogni fattura oltre il piano costa 1,50 € su Entry, 1,20 € su Value e 0,80 € su Premium, IVA esclusa. Oltre 27 fatture extra conviene il Value, oltre 50 il Premium. Su tutti i piani: chat con IREC 24/7 e report mensile.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Durante la call il consulente fa i collegamenti insieme al cliente, non li spiega e riaggancia. Ricordare: provider unico sul cassetto fiscale, carta o IBAN a garanzia, avviso email 7 e 2 giorni prima del 31° giorno.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report è la superficie su cui il cliente misura il valore del servizio. Il credit manager riceve una copia con una pagina in più, "Da lavorare": risposte da valutare, notifiche aperte, escalation in arrivo.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Chiusura: proporre di compilare insieme il form durante la call, con il piano consigliato già scelto. Se il cliente non decide: email "Come ti dicevo al telefono" con riepilogo e link, poi a +7 giorni la demo registrata o una call di 15 minuti.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